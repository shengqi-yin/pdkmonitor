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5" r:id="rId16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CORNERSTONE PDK Monitor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68680" y="3611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single-file dashboard for integrated-photonics PDKs · v1.1.0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" y="3520440"/>
            <a:ext cx="2011680" cy="54864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1463040" cy="4572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self-contained HTML file — no server, no build step. Open it in a browser or host on GitHub Pages / SharePoint / an internal server.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 between designers and fabs: discover, use, and contribute open PDK building blocks.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building block carries Layout (GDS/OAS/SVG), S-matrix, Tests, Fabrication, Scripts and Documents.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locally in your browser (IndexedDB) and is shared via GitHub and/or any cloud provider.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modes, one dashboard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1463040" cy="4572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77240" y="1920240"/>
            <a:ext cx="3301898" cy="3108960"/>
          </a:xfrm>
          <a:prstGeom prst="roundRect">
            <a:avLst>
              <a:gd name="adj" fmla="val 2941"/>
            </a:avLst>
          </a:prstGeom>
          <a:solidFill>
            <a:srgbClr val="F1F7F8"/>
          </a:solidFill>
          <a:ln w="12700">
            <a:solidFill>
              <a:srgbClr val="CBD9DD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016709" y="2176272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6709" y="21762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3154680"/>
            <a:ext cx="29361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57600"/>
            <a:ext cx="284469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everything, fetch from GitHub &amp; cloud, and add comments — no sign-in.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44898" y="1920240"/>
            <a:ext cx="3301898" cy="3108960"/>
          </a:xfrm>
          <a:prstGeom prst="roundRect">
            <a:avLst>
              <a:gd name="adj" fmla="val 2941"/>
            </a:avLst>
          </a:prstGeom>
          <a:solidFill>
            <a:srgbClr val="F1F7F8"/>
          </a:solidFill>
          <a:ln w="12700">
            <a:solidFill>
              <a:srgbClr val="CBD9DD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684368" y="2176272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684368" y="21762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27778" y="3154680"/>
            <a:ext cx="29361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User-admin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73498" y="3657600"/>
            <a:ext cx="284469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your own GitHub PAT — no shared password. Your work publishes to a single users/&lt;login&gt;/ folder, created automatically (fork + commit, optional PR).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12557" y="1920240"/>
            <a:ext cx="3301898" cy="3108960"/>
          </a:xfrm>
          <a:prstGeom prst="roundRect">
            <a:avLst>
              <a:gd name="adj" fmla="val 2941"/>
            </a:avLst>
          </a:prstGeom>
          <a:solidFill>
            <a:srgbClr val="F1F7F8"/>
          </a:solidFill>
          <a:ln w="12700">
            <a:solidFill>
              <a:srgbClr val="CBD9DD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352026" y="2176272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352026" y="21762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95437" y="3154680"/>
            <a:ext cx="29361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41157" y="3657600"/>
            <a:ext cx="284469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curator: signs in with the admin password, curates contributors, manages platforms, and publishes the canonical dashboard.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Contribute with just a GitHub token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1463040" cy="4572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is PAT-first: paste your own GitHub Personal Access Token — there are no shared passwords, and nothing secret travels in dashboard.json.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GitHub login is your identity and is locked to your account, so you always get a single users/&lt;login&gt;/ folder.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folder yet? The dashboard creates one for you: commit directly if you have write access, otherwise fork the repo, create the folder, and optionally open a Pull Request upstream.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admin password is a small section at the bottom of the Sign-in screen — contributors never need it.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tidy, consolidated header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1463040" cy="4572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— version/links, plus Contributors, Help &amp; FAQ, and Activity log.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— GitHub account, Cloud storage, Manage lists, Status manager (with a live GitHub connection dot).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— cross-platform analysis + AI Insight.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— scoped bundle, Export BBs (xlsx), Backup (.json/.zip).   ·   Import — import or GitHub fetch.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 button on every nested window, and dropdowns that always fit on screen.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big data outside GitHub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1463040" cy="4572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 file, folder, or whole BB at any CORS-enabled host — S3, Azure Blob, GCS, R2, B2, MinIO, internal servers, Dropbox/Drive links.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SharePoint / OneDrive via Microsoft sign-in.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fetch handles single-file layouts (sparams/&lt;bb&gt;.csv); tick "Fetch everything" to pull whole folders incl. subfolders into a marked Cloud folder.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reports CORS reachability, file count and total size before you commit a link.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you can upload to cloud, too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1463040" cy="4572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77240" y="1920240"/>
            <a:ext cx="3301898" cy="3108960"/>
          </a:xfrm>
          <a:prstGeom prst="roundRect">
            <a:avLst>
              <a:gd name="adj" fmla="val 2941"/>
            </a:avLst>
          </a:prstGeom>
          <a:solidFill>
            <a:srgbClr val="F1F7F8"/>
          </a:solidFill>
          <a:ln w="12700">
            <a:solidFill>
              <a:srgbClr val="CBD9DD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016709" y="2176272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6709" y="21762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154680"/>
            <a:ext cx="29361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from the dashboard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57600"/>
            <a:ext cx="284469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 bucket once; every S-matrix / Tests / Fab folder gets a Cloud upload button.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44898" y="1920240"/>
            <a:ext cx="3301898" cy="3108960"/>
          </a:xfrm>
          <a:prstGeom prst="roundRect">
            <a:avLst>
              <a:gd name="adj" fmla="val 2941"/>
            </a:avLst>
          </a:prstGeom>
          <a:solidFill>
            <a:srgbClr val="F1F7F8"/>
          </a:solidFill>
          <a:ln w="12700">
            <a:solidFill>
              <a:srgbClr val="CBD9DD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684368" y="2176272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684368" y="21762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SIGV4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27778" y="3154680"/>
            <a:ext cx="29361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SigV4 in-browser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73498" y="3657600"/>
            <a:ext cx="284469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/ R2 / B2 / MinIO, or a generic PUT endpoint. Credentials stay in this browser only.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12557" y="1920240"/>
            <a:ext cx="3301898" cy="3108960"/>
          </a:xfrm>
          <a:prstGeom prst="roundRect">
            <a:avLst>
              <a:gd name="adj" fmla="val 2941"/>
            </a:avLst>
          </a:prstGeom>
          <a:solidFill>
            <a:srgbClr val="F1F7F8"/>
          </a:solidFill>
          <a:ln w="12700">
            <a:solidFill>
              <a:srgbClr val="CBD9DD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352026" y="2176272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352026" y="21762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95437" y="3154680"/>
            <a:ext cx="29361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preserved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41157" y="3657600"/>
            <a:ext cx="284469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Folders and subfolders mirror up as key prefixes; un-fetched stubs are skipped.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Collaboration &amp; housekeeping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1463040" cy="4572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on S-matrix / Tests / Fab folders, scripts, and BB Details — open to everyone, stamped with the author.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&amp; notes merge across contributors — fetch everyone's repos and see everyone's discussion, de-duplicated.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duplicates (by name) and resolve duplicate files (same file in multiple places) — keep one, delete the rest.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view lists every file incl. layout GDS/OAS/SVG, with per-file delete.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tool — Backup user dashboards: scan every users/ folder live across all sources and download selected contributors' dashboards as one .zip.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repo stays small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1463040" cy="4572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published dashboard.json is a metadata-only catalogue.</a:t>
            </a:r>
            <a:endParaRPr lang="en-US" sz="17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bytes and parsed arrays are stripped on publish regardless of size — only filenames, sizes, cloud/GitHub pointers, comments and notes travel.</a:t>
            </a:r>
            <a:endParaRPr lang="en-US" sz="17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commenting and adding data never balloon the repo; adopters re-hydrate bytes on demand from cloud/GitHub.</a:t>
            </a:r>
            <a:endParaRPr lang="en-US" sz="17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local copy always keeps full bytes; small YAML descriptors (&lt;512 KB) still round-trip.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open photonics community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68680" y="3611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everything · open to everyone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" y="3520440"/>
            <a:ext cx="2011680" cy="54864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designed and released by Emre Kaplan, University of Southampton · Maintained by the CORNERSTONE PDK team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2026-06-06T20:16:44Z</dcterms:created>
  <dcterms:modified xsi:type="dcterms:W3CDTF">2026-06-06T20:16:44Z</dcterms:modified>
</cp:coreProperties>
</file>